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1abdf502b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1abdf502b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9e8342287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9e834228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1abdf502b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1abdf502b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2665e16a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2665e16a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1abdf502b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1abdf502b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2665e16a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62665e16a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2665e16a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62665e16a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2070350" y="624075"/>
            <a:ext cx="7956300" cy="16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900">
                <a:solidFill>
                  <a:srgbClr val="FF9900"/>
                </a:solidFill>
              </a:rPr>
              <a:t>CSS Styles and Selectors</a:t>
            </a:r>
            <a:endParaRPr sz="5900">
              <a:solidFill>
                <a:srgbClr val="FF9900"/>
              </a:solidFill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 rotWithShape="1">
          <a:blip r:embed="rId3">
            <a:alphaModFix/>
          </a:blip>
          <a:srcRect b="12355" l="0" r="0" t="12348"/>
          <a:stretch/>
        </p:blipFill>
        <p:spPr>
          <a:xfrm>
            <a:off x="583075" y="624085"/>
            <a:ext cx="230505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196650" y="191837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HTML VS CSS</a:t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807" y="0"/>
            <a:ext cx="50671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44"/>
              <a:t>                        CSS Hex Colors</a:t>
            </a:r>
            <a:endParaRPr sz="37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77"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300" y="1314625"/>
            <a:ext cx="6643378" cy="371407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1863925" y="398225"/>
            <a:ext cx="541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0" y="1768150"/>
            <a:ext cx="4317600" cy="14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Different</a:t>
            </a:r>
            <a:r>
              <a:rPr lang="en-GB" sz="2700"/>
              <a:t> CSS Properties</a:t>
            </a:r>
            <a:endParaRPr sz="1900"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654075" y="5224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756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5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68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ato"/>
              <a:buChar char="●"/>
            </a:pPr>
            <a:r>
              <a:rPr b="1" lang="en-GB" sz="379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CSS Color</a:t>
            </a:r>
            <a:endParaRPr b="1" sz="379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379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  CSS Color Keywords</a:t>
            </a:r>
            <a:endParaRPr b="1" sz="379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379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 CSS RGB Colors</a:t>
            </a:r>
            <a:endParaRPr b="1" sz="379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379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 CSS HEX Colors</a:t>
            </a:r>
            <a:endParaRPr b="1" sz="443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79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68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ato"/>
              <a:buChar char="●"/>
            </a:pPr>
            <a:r>
              <a:rPr b="1" lang="en-GB" sz="379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CSS Font-size</a:t>
            </a:r>
            <a:endParaRPr b="1" sz="379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79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68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ato"/>
              <a:buChar char="●"/>
            </a:pPr>
            <a:r>
              <a:rPr b="1" lang="en-GB" sz="379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Text-align (left, right, centre, justify)</a:t>
            </a:r>
            <a:endParaRPr b="1" sz="379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25" y="1912125"/>
            <a:ext cx="3706500" cy="10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Selectors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644675" y="539275"/>
            <a:ext cx="4166400" cy="40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Selectors</a:t>
            </a:r>
            <a:endParaRPr b="1"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various types of selectors in CSS. They are: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Element / tag Selector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Id Selector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Class Selector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Universal Selector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Scores of various selectors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425" y="1282125"/>
            <a:ext cx="8161900" cy="37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Selectors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75" y="2189150"/>
            <a:ext cx="8839200" cy="18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25" y="1761675"/>
            <a:ext cx="3706500" cy="12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pecificity in CSS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4644675" y="849575"/>
            <a:ext cx="4166400" cy="37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Follow this order </a:t>
            </a:r>
            <a:r>
              <a:rPr b="1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SICTU</a:t>
            </a:r>
            <a:endParaRPr b="1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○"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- inline style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○"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- Id selector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○"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- Class selector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○"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- Type/Tag selector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○"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 - Universal selector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